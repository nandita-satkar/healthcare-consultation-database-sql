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F6D"/>
    <a:srgbClr val="0089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128E2-4CBD-4069-931B-4EBB6D09A2AC}" v="66" dt="2026-01-30T19:08:40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ITA SATKAR" userId="0c90566d8cb25484" providerId="LiveId" clId="{BF5B44EC-A21A-4202-8959-F60CFFA0135E}"/>
    <pc:docChg chg="undo redo custSel addSld modSld sldOrd">
      <pc:chgData name="NANDITA SATKAR" userId="0c90566d8cb25484" providerId="LiveId" clId="{BF5B44EC-A21A-4202-8959-F60CFFA0135E}" dt="2026-01-30T19:09:30.353" v="741" actId="1076"/>
      <pc:docMkLst>
        <pc:docMk/>
      </pc:docMkLst>
      <pc:sldChg chg="addSp delSp modSp mod">
        <pc:chgData name="NANDITA SATKAR" userId="0c90566d8cb25484" providerId="LiveId" clId="{BF5B44EC-A21A-4202-8959-F60CFFA0135E}" dt="2026-01-30T18:25:32.313" v="327" actId="108"/>
        <pc:sldMkLst>
          <pc:docMk/>
          <pc:sldMk cId="674906566" sldId="257"/>
        </pc:sldMkLst>
        <pc:spChg chg="del">
          <ac:chgData name="NANDITA SATKAR" userId="0c90566d8cb25484" providerId="LiveId" clId="{BF5B44EC-A21A-4202-8959-F60CFFA0135E}" dt="2026-01-30T17:47:29.720" v="218" actId="478"/>
          <ac:spMkLst>
            <pc:docMk/>
            <pc:sldMk cId="674906566" sldId="257"/>
            <ac:spMk id="2" creationId="{59C72F56-AFAA-C5EC-94FE-3D084FB8624F}"/>
          </ac:spMkLst>
        </pc:spChg>
        <pc:spChg chg="mod">
          <ac:chgData name="NANDITA SATKAR" userId="0c90566d8cb25484" providerId="LiveId" clId="{BF5B44EC-A21A-4202-8959-F60CFFA0135E}" dt="2026-01-30T18:19:10.395" v="282" actId="1076"/>
          <ac:spMkLst>
            <pc:docMk/>
            <pc:sldMk cId="674906566" sldId="257"/>
            <ac:spMk id="3" creationId="{D5D50ABB-FD22-E57B-E896-04A7248DD837}"/>
          </ac:spMkLst>
        </pc:spChg>
        <pc:spChg chg="mod">
          <ac:chgData name="NANDITA SATKAR" userId="0c90566d8cb25484" providerId="LiveId" clId="{BF5B44EC-A21A-4202-8959-F60CFFA0135E}" dt="2026-01-30T18:25:32.313" v="327" actId="108"/>
          <ac:spMkLst>
            <pc:docMk/>
            <pc:sldMk cId="674906566" sldId="257"/>
            <ac:spMk id="4" creationId="{C4685DB5-2BE2-7146-B52C-DD270E7D2D22}"/>
          </ac:spMkLst>
        </pc:spChg>
        <pc:spChg chg="del">
          <ac:chgData name="NANDITA SATKAR" userId="0c90566d8cb25484" providerId="LiveId" clId="{BF5B44EC-A21A-4202-8959-F60CFFA0135E}" dt="2026-01-30T17:47:26.877" v="217" actId="478"/>
          <ac:spMkLst>
            <pc:docMk/>
            <pc:sldMk cId="674906566" sldId="257"/>
            <ac:spMk id="5" creationId="{39127CA3-AE2C-0CC0-4FA1-A6E99C759816}"/>
          </ac:spMkLst>
        </pc:spChg>
        <pc:spChg chg="add del mod">
          <ac:chgData name="NANDITA SATKAR" userId="0c90566d8cb25484" providerId="LiveId" clId="{BF5B44EC-A21A-4202-8959-F60CFFA0135E}" dt="2026-01-30T18:18:47.819" v="279" actId="478"/>
          <ac:spMkLst>
            <pc:docMk/>
            <pc:sldMk cId="674906566" sldId="257"/>
            <ac:spMk id="7" creationId="{F5C6B280-7313-6E94-8828-D3A9900BEC43}"/>
          </ac:spMkLst>
        </pc:spChg>
        <pc:spChg chg="add">
          <ac:chgData name="NANDITA SATKAR" userId="0c90566d8cb25484" providerId="LiveId" clId="{BF5B44EC-A21A-4202-8959-F60CFFA0135E}" dt="2026-01-30T17:54:08.125" v="233"/>
          <ac:spMkLst>
            <pc:docMk/>
            <pc:sldMk cId="674906566" sldId="257"/>
            <ac:spMk id="8" creationId="{2FEFD427-A486-75A0-A54B-F0A065D5B67C}"/>
          </ac:spMkLst>
        </pc:spChg>
        <pc:spChg chg="add mod">
          <ac:chgData name="NANDITA SATKAR" userId="0c90566d8cb25484" providerId="LiveId" clId="{BF5B44EC-A21A-4202-8959-F60CFFA0135E}" dt="2026-01-30T17:54:26.849" v="235"/>
          <ac:spMkLst>
            <pc:docMk/>
            <pc:sldMk cId="674906566" sldId="257"/>
            <ac:spMk id="9" creationId="{D731CEB1-B294-23F0-92FF-64B24286A303}"/>
          </ac:spMkLst>
        </pc:spChg>
      </pc:sldChg>
      <pc:sldChg chg="addSp delSp modSp mod ord">
        <pc:chgData name="NANDITA SATKAR" userId="0c90566d8cb25484" providerId="LiveId" clId="{BF5B44EC-A21A-4202-8959-F60CFFA0135E}" dt="2026-01-30T19:09:30.353" v="741" actId="1076"/>
        <pc:sldMkLst>
          <pc:docMk/>
          <pc:sldMk cId="3118914101" sldId="258"/>
        </pc:sldMkLst>
        <pc:spChg chg="mod">
          <ac:chgData name="NANDITA SATKAR" userId="0c90566d8cb25484" providerId="LiveId" clId="{BF5B44EC-A21A-4202-8959-F60CFFA0135E}" dt="2026-01-30T18:28:35.458" v="477" actId="1076"/>
          <ac:spMkLst>
            <pc:docMk/>
            <pc:sldMk cId="3118914101" sldId="258"/>
            <ac:spMk id="2" creationId="{7AA7EE01-C940-66B8-48F7-F478EB1ECD40}"/>
          </ac:spMkLst>
        </pc:spChg>
        <pc:spChg chg="del mod">
          <ac:chgData name="NANDITA SATKAR" userId="0c90566d8cb25484" providerId="LiveId" clId="{BF5B44EC-A21A-4202-8959-F60CFFA0135E}" dt="2026-01-30T18:11:44.995" v="275" actId="478"/>
          <ac:spMkLst>
            <pc:docMk/>
            <pc:sldMk cId="3118914101" sldId="258"/>
            <ac:spMk id="3" creationId="{C695AFA4-E0E4-E556-49C8-D48023B15131}"/>
          </ac:spMkLst>
        </pc:spChg>
        <pc:spChg chg="add">
          <ac:chgData name="NANDITA SATKAR" userId="0c90566d8cb25484" providerId="LiveId" clId="{BF5B44EC-A21A-4202-8959-F60CFFA0135E}" dt="2026-01-30T18:03:02.030" v="251"/>
          <ac:spMkLst>
            <pc:docMk/>
            <pc:sldMk cId="3118914101" sldId="258"/>
            <ac:spMk id="4" creationId="{2F97C87E-0D44-1726-6B2B-1E762AE0E409}"/>
          </ac:spMkLst>
        </pc:spChg>
        <pc:spChg chg="add mod">
          <ac:chgData name="NANDITA SATKAR" userId="0c90566d8cb25484" providerId="LiveId" clId="{BF5B44EC-A21A-4202-8959-F60CFFA0135E}" dt="2026-01-30T19:09:30.353" v="741" actId="1076"/>
          <ac:spMkLst>
            <pc:docMk/>
            <pc:sldMk cId="3118914101" sldId="258"/>
            <ac:spMk id="6" creationId="{B77517DA-DC5B-2035-C63C-F1051353A590}"/>
          </ac:spMkLst>
        </pc:spChg>
      </pc:sldChg>
      <pc:sldChg chg="modSp mod ord">
        <pc:chgData name="NANDITA SATKAR" userId="0c90566d8cb25484" providerId="LiveId" clId="{BF5B44EC-A21A-4202-8959-F60CFFA0135E}" dt="2026-01-30T18:04:51.870" v="256"/>
        <pc:sldMkLst>
          <pc:docMk/>
          <pc:sldMk cId="3317544805" sldId="259"/>
        </pc:sldMkLst>
        <pc:spChg chg="mod">
          <ac:chgData name="NANDITA SATKAR" userId="0c90566d8cb25484" providerId="LiveId" clId="{BF5B44EC-A21A-4202-8959-F60CFFA0135E}" dt="2026-01-29T18:59:57.822" v="206" actId="1076"/>
          <ac:spMkLst>
            <pc:docMk/>
            <pc:sldMk cId="3317544805" sldId="259"/>
            <ac:spMk id="6" creationId="{356C882A-4CC8-D7C6-E500-9418935DFFEB}"/>
          </ac:spMkLst>
        </pc:spChg>
      </pc:sldChg>
      <pc:sldChg chg="addSp delSp modSp mod">
        <pc:chgData name="NANDITA SATKAR" userId="0c90566d8cb25484" providerId="LiveId" clId="{BF5B44EC-A21A-4202-8959-F60CFFA0135E}" dt="2026-01-30T19:01:33.843" v="685" actId="2711"/>
        <pc:sldMkLst>
          <pc:docMk/>
          <pc:sldMk cId="224554080" sldId="261"/>
        </pc:sldMkLst>
        <pc:spChg chg="mod">
          <ac:chgData name="NANDITA SATKAR" userId="0c90566d8cb25484" providerId="LiveId" clId="{BF5B44EC-A21A-4202-8959-F60CFFA0135E}" dt="2026-01-30T18:45:24.326" v="580" actId="1076"/>
          <ac:spMkLst>
            <pc:docMk/>
            <pc:sldMk cId="224554080" sldId="261"/>
            <ac:spMk id="2" creationId="{30215E5F-07BD-1BE2-37E9-FE54A6F0B6BE}"/>
          </ac:spMkLst>
        </pc:spChg>
        <pc:spChg chg="add mod">
          <ac:chgData name="NANDITA SATKAR" userId="0c90566d8cb25484" providerId="LiveId" clId="{BF5B44EC-A21A-4202-8959-F60CFFA0135E}" dt="2026-01-30T19:01:33.843" v="685" actId="2711"/>
          <ac:spMkLst>
            <pc:docMk/>
            <pc:sldMk cId="224554080" sldId="261"/>
            <ac:spMk id="3" creationId="{22FB241A-30C7-E80A-283D-78657A5872C9}"/>
          </ac:spMkLst>
        </pc:spChg>
        <pc:spChg chg="del mod">
          <ac:chgData name="NANDITA SATKAR" userId="0c90566d8cb25484" providerId="LiveId" clId="{BF5B44EC-A21A-4202-8959-F60CFFA0135E}" dt="2026-01-30T18:44:40.743" v="569"/>
          <ac:spMkLst>
            <pc:docMk/>
            <pc:sldMk cId="224554080" sldId="261"/>
            <ac:spMk id="6" creationId="{6AFC6A71-909F-71E3-6304-DDE69690CA52}"/>
          </ac:spMkLst>
        </pc:spChg>
        <pc:picChg chg="add del mod">
          <ac:chgData name="NANDITA SATKAR" userId="0c90566d8cb25484" providerId="LiveId" clId="{BF5B44EC-A21A-4202-8959-F60CFFA0135E}" dt="2026-01-30T18:53:28.297" v="597" actId="478"/>
          <ac:picMkLst>
            <pc:docMk/>
            <pc:sldMk cId="224554080" sldId="261"/>
            <ac:picMk id="5" creationId="{1C8F5443-70BC-E31C-4074-C808B3A86625}"/>
          </ac:picMkLst>
        </pc:picChg>
        <pc:picChg chg="add mod modCrop">
          <ac:chgData name="NANDITA SATKAR" userId="0c90566d8cb25484" providerId="LiveId" clId="{BF5B44EC-A21A-4202-8959-F60CFFA0135E}" dt="2026-01-30T18:53:55.854" v="604" actId="1076"/>
          <ac:picMkLst>
            <pc:docMk/>
            <pc:sldMk cId="224554080" sldId="261"/>
            <ac:picMk id="8" creationId="{49E3B2A7-8996-FCF7-755C-A5D4045029DC}"/>
          </ac:picMkLst>
        </pc:picChg>
      </pc:sldChg>
      <pc:sldChg chg="ord">
        <pc:chgData name="NANDITA SATKAR" userId="0c90566d8cb25484" providerId="LiveId" clId="{BF5B44EC-A21A-4202-8959-F60CFFA0135E}" dt="2026-01-30T19:09:14.500" v="740"/>
        <pc:sldMkLst>
          <pc:docMk/>
          <pc:sldMk cId="400379024" sldId="262"/>
        </pc:sldMkLst>
      </pc:sldChg>
      <pc:sldChg chg="addSp modSp add mod setBg">
        <pc:chgData name="NANDITA SATKAR" userId="0c90566d8cb25484" providerId="LiveId" clId="{BF5B44EC-A21A-4202-8959-F60CFFA0135E}" dt="2026-01-30T19:01:18.293" v="683" actId="14100"/>
        <pc:sldMkLst>
          <pc:docMk/>
          <pc:sldMk cId="3998358946" sldId="263"/>
        </pc:sldMkLst>
        <pc:spChg chg="mod">
          <ac:chgData name="NANDITA SATKAR" userId="0c90566d8cb25484" providerId="LiveId" clId="{BF5B44EC-A21A-4202-8959-F60CFFA0135E}" dt="2026-01-30T19:01:11.822" v="681" actId="122"/>
          <ac:spMkLst>
            <pc:docMk/>
            <pc:sldMk cId="3998358946" sldId="263"/>
            <ac:spMk id="2" creationId="{FBFBB7DD-BD69-DF7D-CE42-150B515F2D90}"/>
          </ac:spMkLst>
        </pc:spChg>
        <pc:spChg chg="mod">
          <ac:chgData name="NANDITA SATKAR" userId="0c90566d8cb25484" providerId="LiveId" clId="{BF5B44EC-A21A-4202-8959-F60CFFA0135E}" dt="2026-01-30T19:01:18.293" v="683" actId="14100"/>
          <ac:spMkLst>
            <pc:docMk/>
            <pc:sldMk cId="3998358946" sldId="263"/>
            <ac:spMk id="6" creationId="{C192CEF5-3B32-2BEE-2E4E-77B91946DEC8}"/>
          </ac:spMkLst>
        </pc:spChg>
        <pc:picChg chg="add mod modCrop">
          <ac:chgData name="NANDITA SATKAR" userId="0c90566d8cb25484" providerId="LiveId" clId="{BF5B44EC-A21A-4202-8959-F60CFFA0135E}" dt="2026-01-30T19:00:43.504" v="677" actId="14100"/>
          <ac:picMkLst>
            <pc:docMk/>
            <pc:sldMk cId="3998358946" sldId="263"/>
            <ac:picMk id="4" creationId="{B32095B0-B70F-8E8D-EFDA-4237B3091BDB}"/>
          </ac:picMkLst>
        </pc:picChg>
      </pc:sldChg>
      <pc:sldChg chg="addSp delSp modSp add mod setBg">
        <pc:chgData name="NANDITA SATKAR" userId="0c90566d8cb25484" providerId="LiveId" clId="{BF5B44EC-A21A-4202-8959-F60CFFA0135E}" dt="2026-01-30T19:07:47.324" v="728" actId="404"/>
        <pc:sldMkLst>
          <pc:docMk/>
          <pc:sldMk cId="704881797" sldId="264"/>
        </pc:sldMkLst>
        <pc:spChg chg="mod">
          <ac:chgData name="NANDITA SATKAR" userId="0c90566d8cb25484" providerId="LiveId" clId="{BF5B44EC-A21A-4202-8959-F60CFFA0135E}" dt="2026-01-30T19:05:29.264" v="714" actId="1076"/>
          <ac:spMkLst>
            <pc:docMk/>
            <pc:sldMk cId="704881797" sldId="264"/>
            <ac:spMk id="2" creationId="{19E9FF1A-62B9-0DB3-D20E-90784AB69218}"/>
          </ac:spMkLst>
        </pc:spChg>
        <pc:spChg chg="mod">
          <ac:chgData name="NANDITA SATKAR" userId="0c90566d8cb25484" providerId="LiveId" clId="{BF5B44EC-A21A-4202-8959-F60CFFA0135E}" dt="2026-01-30T19:07:47.324" v="728" actId="404"/>
          <ac:spMkLst>
            <pc:docMk/>
            <pc:sldMk cId="704881797" sldId="264"/>
            <ac:spMk id="6" creationId="{337B9C0C-7285-D790-3A10-15E426A45159}"/>
          </ac:spMkLst>
        </pc:spChg>
        <pc:picChg chg="add del">
          <ac:chgData name="NANDITA SATKAR" userId="0c90566d8cb25484" providerId="LiveId" clId="{BF5B44EC-A21A-4202-8959-F60CFFA0135E}" dt="2026-01-30T19:07:17.496" v="722" actId="478"/>
          <ac:picMkLst>
            <pc:docMk/>
            <pc:sldMk cId="704881797" sldId="264"/>
            <ac:picMk id="4" creationId="{12711DF7-3F33-691F-5FE3-1494E7969689}"/>
          </ac:picMkLst>
        </pc:picChg>
        <pc:picChg chg="add mod">
          <ac:chgData name="NANDITA SATKAR" userId="0c90566d8cb25484" providerId="LiveId" clId="{BF5B44EC-A21A-4202-8959-F60CFFA0135E}" dt="2026-01-30T19:07:28.788" v="727" actId="1076"/>
          <ac:picMkLst>
            <pc:docMk/>
            <pc:sldMk cId="704881797" sldId="264"/>
            <ac:picMk id="7" creationId="{6EF9A4B3-E0B1-EA3E-1E07-132DA55A59C9}"/>
          </ac:picMkLst>
        </pc:picChg>
      </pc:sldChg>
      <pc:sldChg chg="addSp modSp add mod setBg">
        <pc:chgData name="NANDITA SATKAR" userId="0c90566d8cb25484" providerId="LiveId" clId="{BF5B44EC-A21A-4202-8959-F60CFFA0135E}" dt="2026-01-30T19:09:04.887" v="738" actId="403"/>
        <pc:sldMkLst>
          <pc:docMk/>
          <pc:sldMk cId="3994363270" sldId="265"/>
        </pc:sldMkLst>
        <pc:spChg chg="mod">
          <ac:chgData name="NANDITA SATKAR" userId="0c90566d8cb25484" providerId="LiveId" clId="{BF5B44EC-A21A-4202-8959-F60CFFA0135E}" dt="2026-01-30T19:09:04.887" v="738" actId="403"/>
          <ac:spMkLst>
            <pc:docMk/>
            <pc:sldMk cId="3994363270" sldId="265"/>
            <ac:spMk id="2" creationId="{D0A6BBDB-3212-0C79-0805-B25284CB1910}"/>
          </ac:spMkLst>
        </pc:spChg>
        <pc:spChg chg="mod">
          <ac:chgData name="NANDITA SATKAR" userId="0c90566d8cb25484" providerId="LiveId" clId="{BF5B44EC-A21A-4202-8959-F60CFFA0135E}" dt="2026-01-30T19:08:40.236" v="731" actId="14100"/>
          <ac:spMkLst>
            <pc:docMk/>
            <pc:sldMk cId="3994363270" sldId="265"/>
            <ac:spMk id="6" creationId="{7DA8B359-6FA5-38F8-4965-DE4FFA94EF15}"/>
          </ac:spMkLst>
        </pc:spChg>
        <pc:picChg chg="add mod">
          <ac:chgData name="NANDITA SATKAR" userId="0c90566d8cb25484" providerId="LiveId" clId="{BF5B44EC-A21A-4202-8959-F60CFFA0135E}" dt="2026-01-30T19:06:23.451" v="721" actId="1076"/>
          <ac:picMkLst>
            <pc:docMk/>
            <pc:sldMk cId="3994363270" sldId="265"/>
            <ac:picMk id="3" creationId="{EBCDBC9F-BBA5-5A99-78E2-685B84540A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40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2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77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73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03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141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83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18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91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3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065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5BD8B4B-DFE4-46B7-9CD7-0D4AF972469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8D594D8-70A8-404A-8F4D-848CC3F6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edicare Pharmacy | LinkedIn">
            <a:extLst>
              <a:ext uri="{FF2B5EF4-FFF2-40B4-BE49-F238E27FC236}">
                <a16:creationId xmlns:a16="http://schemas.microsoft.com/office/drawing/2014/main" id="{36921AD3-921A-740C-8AC7-3AE0520F84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90" b="28669"/>
          <a:stretch>
            <a:fillRect/>
          </a:stretch>
        </p:blipFill>
        <p:spPr bwMode="auto">
          <a:xfrm>
            <a:off x="2015613" y="1504335"/>
            <a:ext cx="8004354" cy="281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94047F-2140-964A-2695-AAA16ACF27D9}"/>
              </a:ext>
            </a:extLst>
          </p:cNvPr>
          <p:cNvSpPr txBox="1"/>
          <p:nvPr/>
        </p:nvSpPr>
        <p:spPr>
          <a:xfrm>
            <a:off x="3048000" y="441222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00898C"/>
                </a:solidFill>
                <a:latin typeface="Bahnschrift" panose="020B0502040204020203" pitchFamily="34" charset="0"/>
              </a:rPr>
              <a:t>Health, Just </a:t>
            </a:r>
            <a:r>
              <a:rPr lang="en-US" sz="3200" dirty="0">
                <a:solidFill>
                  <a:srgbClr val="5B9F6D"/>
                </a:solidFill>
                <a:latin typeface="Bahnschrift" panose="020B0502040204020203" pitchFamily="34" charset="0"/>
              </a:rPr>
              <a:t>a Tap Away!</a:t>
            </a:r>
            <a:endParaRPr lang="en-IN" sz="3200" dirty="0">
              <a:solidFill>
                <a:srgbClr val="5B9F6D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299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D50ABB-FD22-E57B-E896-04A7248DD837}"/>
              </a:ext>
            </a:extLst>
          </p:cNvPr>
          <p:cNvSpPr txBox="1"/>
          <p:nvPr/>
        </p:nvSpPr>
        <p:spPr>
          <a:xfrm>
            <a:off x="3147550" y="766292"/>
            <a:ext cx="61672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00898C"/>
                </a:solidFill>
                <a:latin typeface="Baskerville Old Face" panose="02020602080505020303" pitchFamily="18" charset="0"/>
              </a:rPr>
              <a:t>The </a:t>
            </a:r>
            <a:r>
              <a:rPr lang="en-US" sz="4400" dirty="0" err="1">
                <a:solidFill>
                  <a:srgbClr val="00898C"/>
                </a:solidFill>
                <a:latin typeface="Baskerville Old Face" panose="02020602080505020303" pitchFamily="18" charset="0"/>
              </a:rPr>
              <a:t>MediCare</a:t>
            </a:r>
            <a:r>
              <a:rPr lang="en-US" sz="4400" dirty="0">
                <a:solidFill>
                  <a:srgbClr val="00898C"/>
                </a:solidFill>
                <a:latin typeface="Baskerville Old Face" panose="02020602080505020303" pitchFamily="18" charset="0"/>
              </a:rPr>
              <a:t> App</a:t>
            </a:r>
            <a:endParaRPr lang="en-IN" sz="4400" dirty="0">
              <a:solidFill>
                <a:srgbClr val="00898C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685DB5-2BE2-7146-B52C-DD270E7D2D22}"/>
              </a:ext>
            </a:extLst>
          </p:cNvPr>
          <p:cNvSpPr txBox="1">
            <a:spLocks/>
          </p:cNvSpPr>
          <p:nvPr/>
        </p:nvSpPr>
        <p:spPr>
          <a:xfrm>
            <a:off x="580104" y="1535733"/>
            <a:ext cx="11169444" cy="4894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5B9F6D"/>
                </a:solidFill>
                <a:cs typeface="Arial" panose="020B0604020202020204" pitchFamily="34" charset="0"/>
              </a:rPr>
              <a:t>The </a:t>
            </a:r>
            <a:r>
              <a:rPr lang="en-US" sz="2400" dirty="0" err="1">
                <a:solidFill>
                  <a:srgbClr val="5B9F6D"/>
                </a:solidFill>
                <a:cs typeface="Arial" panose="020B0604020202020204" pitchFamily="34" charset="0"/>
              </a:rPr>
              <a:t>MediCare</a:t>
            </a:r>
            <a:r>
              <a:rPr lang="en-US" sz="2400" dirty="0">
                <a:solidFill>
                  <a:srgbClr val="5B9F6D"/>
                </a:solidFill>
                <a:cs typeface="Arial" panose="020B0604020202020204" pitchFamily="34" charset="0"/>
              </a:rPr>
              <a:t> App is a digital healthcare platform designed to connect patients with doctors for both online consultations and offline clinic visits.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5B9F6D"/>
              </a:solidFill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5B9F6D"/>
                </a:solidFill>
                <a:cs typeface="Arial" panose="020B0604020202020204" pitchFamily="34" charset="0"/>
              </a:rPr>
              <a:t>The application data is managed using SQL in a relational database environment.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5B9F6D"/>
              </a:solidFill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5B9F6D"/>
                </a:solidFill>
                <a:cs typeface="Arial" panose="020B0604020202020204" pitchFamily="34" charset="0"/>
              </a:rPr>
              <a:t>The system consists of two relational tables Doctors and Consultations.</a:t>
            </a:r>
            <a:br>
              <a:rPr lang="en-US" sz="2400" dirty="0">
                <a:solidFill>
                  <a:srgbClr val="5B9F6D"/>
                </a:solidFill>
                <a:cs typeface="Arial" panose="020B0604020202020204" pitchFamily="34" charset="0"/>
              </a:rPr>
            </a:br>
            <a:endParaRPr lang="en-US" sz="2400" dirty="0">
              <a:solidFill>
                <a:srgbClr val="5B9F6D"/>
              </a:solidFill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5B9F6D"/>
                </a:solidFill>
                <a:cs typeface="Arial" panose="020B0604020202020204" pitchFamily="34" charset="0"/>
              </a:rPr>
              <a:t>Doctor information is stored in a master doctors table, while consultation details are maintained in a separate consultations table to ensure data normalization and avoid redundancy.</a:t>
            </a:r>
          </a:p>
          <a:p>
            <a:endParaRPr lang="en-US" sz="2400" dirty="0">
              <a:solidFill>
                <a:srgbClr val="5B9F6D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906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EE01-C940-66B8-48F7-F478EB1E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526026"/>
            <a:ext cx="9875520" cy="1155290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898C"/>
                </a:solidFill>
              </a:rPr>
              <a:t>How does this System works?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517DA-DC5B-2035-C63C-F1051353A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681316"/>
            <a:ext cx="11169445" cy="450317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spcBef>
                <a:spcPct val="0"/>
              </a:spcBef>
              <a:buClr>
                <a:srgbClr val="5B9F6D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The Doctors table includes </a:t>
            </a:r>
            <a:r>
              <a:rPr lang="en-US" sz="2400" dirty="0" err="1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doctor_id</a:t>
            </a: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 as the primary key, along with </a:t>
            </a:r>
            <a:r>
              <a:rPr lang="en-US" sz="2400" dirty="0" err="1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doctor_name</a:t>
            </a: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, specialization, city, and </a:t>
            </a:r>
            <a:r>
              <a:rPr lang="en-US" sz="2400" dirty="0" err="1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available_mode</a:t>
            </a: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 indicating whether the doctor is available online or offline.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Clr>
                <a:srgbClr val="5B9F6D"/>
              </a:buClr>
              <a:buNone/>
            </a:pPr>
            <a:endParaRPr lang="en-US" sz="2400" dirty="0">
              <a:solidFill>
                <a:srgbClr val="5B9F6D"/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buClr>
                <a:srgbClr val="5B9F6D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The Consultations table includes </a:t>
            </a:r>
            <a:r>
              <a:rPr lang="en-US" sz="2400" dirty="0" err="1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consultation_id</a:t>
            </a: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 as the primary key, along with </a:t>
            </a:r>
            <a:r>
              <a:rPr lang="en-US" sz="2400" dirty="0" err="1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patient_name</a:t>
            </a: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, age, gender, </a:t>
            </a:r>
            <a:r>
              <a:rPr lang="en-US" sz="2400" dirty="0" err="1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consultation_date</a:t>
            </a: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, </a:t>
            </a:r>
            <a:r>
              <a:rPr lang="en-US" sz="2400" dirty="0" err="1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consultation_type</a:t>
            </a: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 indicating online or offline mode, </a:t>
            </a:r>
            <a:r>
              <a:rPr lang="en-US" sz="2400" dirty="0" err="1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doctor_id</a:t>
            </a: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 as a foreign key, and fees.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Clr>
                <a:srgbClr val="5B9F6D"/>
              </a:buClr>
              <a:buNone/>
            </a:pPr>
            <a:endParaRPr lang="en-US" sz="2400" dirty="0">
              <a:solidFill>
                <a:srgbClr val="5B9F6D"/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buClr>
                <a:srgbClr val="5B9F6D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The </a:t>
            </a:r>
            <a:r>
              <a:rPr lang="en-US" sz="2400" dirty="0" err="1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doctor_id</a:t>
            </a:r>
            <a:r>
              <a:rPr lang="en-US" sz="2400" dirty="0">
                <a:solidFill>
                  <a:srgbClr val="5B9F6D"/>
                </a:solidFill>
                <a:latin typeface="+mj-lt"/>
                <a:ea typeface="+mj-ea"/>
                <a:cs typeface="Arial" panose="020B0604020202020204" pitchFamily="34" charset="0"/>
              </a:rPr>
              <a:t> acts as the primary key in the Doctors table and as a foreign key in the Consultations table.</a:t>
            </a:r>
          </a:p>
        </p:txBody>
      </p:sp>
    </p:spTree>
    <p:extLst>
      <p:ext uri="{BB962C8B-B14F-4D97-AF65-F5344CB8AC3E}">
        <p14:creationId xmlns:p14="http://schemas.microsoft.com/office/powerpoint/2010/main" val="311891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262B-54D9-E1B1-DA79-53338EC9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354" y="471948"/>
            <a:ext cx="9875520" cy="1130710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898C"/>
                </a:solidFill>
              </a:rPr>
              <a:t>Problem Statement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56C882A-4CC8-D7C6-E500-9418935DF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354" y="1602658"/>
            <a:ext cx="1086218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5B9F6D"/>
                </a:solidFill>
              </a:rPr>
              <a:t>Retrieve consultation records where the consultation fee exceeds 1,000.</a:t>
            </a:r>
          </a:p>
          <a:p>
            <a:endParaRPr lang="en-US" sz="2800" dirty="0">
              <a:solidFill>
                <a:srgbClr val="5B9F6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5B9F6D"/>
                </a:solidFill>
              </a:rPr>
              <a:t>Identify doctors who are exclusively available for online consultations.</a:t>
            </a:r>
          </a:p>
          <a:p>
            <a:endParaRPr lang="en-US" sz="2800" dirty="0">
              <a:solidFill>
                <a:srgbClr val="5B9F6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5B9F6D"/>
                </a:solidFill>
              </a:rPr>
              <a:t>Retrieve the 10 most recent consultation records based on consultation date.</a:t>
            </a:r>
          </a:p>
          <a:p>
            <a:endParaRPr lang="en-US" sz="2800" dirty="0">
              <a:solidFill>
                <a:srgbClr val="5B9F6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5B9F6D"/>
                </a:solidFill>
              </a:rPr>
              <a:t>Compare total revenue generated from online and offline consultations.</a:t>
            </a:r>
          </a:p>
        </p:txBody>
      </p:sp>
    </p:spTree>
    <p:extLst>
      <p:ext uri="{BB962C8B-B14F-4D97-AF65-F5344CB8AC3E}">
        <p14:creationId xmlns:p14="http://schemas.microsoft.com/office/powerpoint/2010/main" val="3317544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D863C-8C85-1E98-E4AC-C2B012B35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5E5F-07BD-1BE2-37E9-FE54A6F0B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003" y="540774"/>
            <a:ext cx="11107994" cy="51127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898C"/>
                </a:solidFill>
              </a:rPr>
              <a:t>Retrieve consultation records where the consultation fee exceeds 1,000.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2FB241A-30C7-E80A-283D-78657A587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715" y="1217996"/>
            <a:ext cx="79857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5B9F6D"/>
                </a:solidFill>
                <a:latin typeface="+mj-lt"/>
              </a:rPr>
              <a:t>SELECT*FROM consultations WHERE fees &gt; 1500;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3B2A7-8996-FCF7-755C-A5D404502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79" b="3263"/>
          <a:stretch>
            <a:fillRect/>
          </a:stretch>
        </p:blipFill>
        <p:spPr>
          <a:xfrm>
            <a:off x="1399247" y="2123768"/>
            <a:ext cx="9730870" cy="38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54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D41C2-03AF-30BE-6F94-081C0D399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B7DD-BD69-DF7D-CE42-150B515F2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4" y="668594"/>
            <a:ext cx="11139948" cy="5407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00898C"/>
                </a:solidFill>
              </a:rPr>
              <a:t>Identify doctors who are exclusively available for online consultations.</a:t>
            </a:r>
            <a:br>
              <a:rPr lang="en-US" sz="2800" dirty="0">
                <a:solidFill>
                  <a:srgbClr val="00898C"/>
                </a:solidFill>
              </a:rPr>
            </a:br>
            <a:endParaRPr lang="en-US" sz="2800" dirty="0">
              <a:solidFill>
                <a:srgbClr val="00898C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92CEF5-3B32-2BEE-2E4E-77B91946D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04" y="1209369"/>
            <a:ext cx="110317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5B9F6D"/>
                </a:solidFill>
                <a:latin typeface="+mj-lt"/>
              </a:rPr>
              <a:t>SELECT </a:t>
            </a:r>
            <a:r>
              <a:rPr lang="en-US" altLang="en-US" sz="2400" dirty="0" err="1">
                <a:solidFill>
                  <a:srgbClr val="5B9F6D"/>
                </a:solidFill>
                <a:latin typeface="+mj-lt"/>
              </a:rPr>
              <a:t>doctor_name</a:t>
            </a:r>
            <a:r>
              <a:rPr lang="en-US" altLang="en-US" sz="2400" dirty="0">
                <a:solidFill>
                  <a:srgbClr val="5B9F6D"/>
                </a:solidFill>
                <a:latin typeface="+mj-lt"/>
              </a:rPr>
              <a:t>, specialization, city, </a:t>
            </a:r>
            <a:r>
              <a:rPr lang="en-US" altLang="en-US" sz="2400" dirty="0" err="1">
                <a:solidFill>
                  <a:srgbClr val="5B9F6D"/>
                </a:solidFill>
                <a:latin typeface="+mj-lt"/>
              </a:rPr>
              <a:t>available_mode</a:t>
            </a:r>
            <a:r>
              <a:rPr lang="en-US" altLang="en-US" sz="2400" dirty="0">
                <a:solidFill>
                  <a:srgbClr val="5B9F6D"/>
                </a:solidFill>
                <a:latin typeface="+mj-lt"/>
              </a:rPr>
              <a:t> FROM doctors WHERE </a:t>
            </a:r>
            <a:r>
              <a:rPr lang="en-US" altLang="en-US" sz="2400" dirty="0" err="1">
                <a:solidFill>
                  <a:srgbClr val="5B9F6D"/>
                </a:solidFill>
                <a:latin typeface="+mj-lt"/>
              </a:rPr>
              <a:t>available_mode</a:t>
            </a:r>
            <a:r>
              <a:rPr lang="en-US" altLang="en-US" sz="2400" dirty="0">
                <a:solidFill>
                  <a:srgbClr val="5B9F6D"/>
                </a:solidFill>
                <a:latin typeface="+mj-lt"/>
              </a:rPr>
              <a:t> = 'Online';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095B0-B70F-8E8D-EFDA-4237B3091B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2" t="1691" r="2810"/>
          <a:stretch>
            <a:fillRect/>
          </a:stretch>
        </p:blipFill>
        <p:spPr>
          <a:xfrm>
            <a:off x="2659626" y="2182761"/>
            <a:ext cx="6872748" cy="400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58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906AA-BB3B-CAAF-E9D0-5DB9B333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9FF1A-62B9-0DB3-D20E-90784AB6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09" y="491612"/>
            <a:ext cx="10921181" cy="92333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00898C"/>
                </a:solidFill>
              </a:rPr>
              <a:t>Retrieve the 10 most recent consultation records based on consultation date.</a:t>
            </a:r>
            <a:br>
              <a:rPr lang="en-US" sz="2800" dirty="0">
                <a:solidFill>
                  <a:srgbClr val="00898C"/>
                </a:solidFill>
              </a:rPr>
            </a:br>
            <a:endParaRPr lang="en-IN" sz="2800" dirty="0">
              <a:solidFill>
                <a:srgbClr val="00898C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37B9C0C-7285-D790-3A10-15E426A45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23" y="1187159"/>
            <a:ext cx="1092118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5B9F6D"/>
                </a:solidFill>
                <a:latin typeface="+mj-lt"/>
              </a:rPr>
              <a:t>SELECT *FROM consultations ORDER BY </a:t>
            </a:r>
            <a:r>
              <a:rPr lang="en-US" altLang="en-US" sz="2400" dirty="0" err="1">
                <a:solidFill>
                  <a:srgbClr val="5B9F6D"/>
                </a:solidFill>
                <a:latin typeface="+mj-lt"/>
              </a:rPr>
              <a:t>consultation_date</a:t>
            </a:r>
            <a:r>
              <a:rPr lang="en-US" altLang="en-US" sz="2400" dirty="0">
                <a:solidFill>
                  <a:srgbClr val="5B9F6D"/>
                </a:solidFill>
                <a:latin typeface="+mj-lt"/>
              </a:rPr>
              <a:t> DESC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5B9F6D"/>
                </a:solidFill>
                <a:latin typeface="+mj-lt"/>
              </a:rPr>
              <a:t>LIMIT 10;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F9A4B3-E0B1-EA3E-1E07-132DA55A5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42" y="2286813"/>
            <a:ext cx="9460115" cy="343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81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CB6D90-6ADD-C3DE-3C24-DC0AEDDBB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BBDB-3212-0C79-0805-B25284CB1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353" y="471948"/>
            <a:ext cx="10299293" cy="118478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00898C"/>
                </a:solidFill>
              </a:rPr>
              <a:t>Compare total revenue generated from online and offline consultations.</a:t>
            </a:r>
            <a:br>
              <a:rPr lang="en-US" sz="2800" dirty="0">
                <a:solidFill>
                  <a:srgbClr val="00898C"/>
                </a:solidFill>
              </a:rPr>
            </a:br>
            <a:endParaRPr lang="en-IN" sz="2800" dirty="0">
              <a:solidFill>
                <a:srgbClr val="00898C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DA8B359-6FA5-38F8-4965-DE4FFA94E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127" y="1395365"/>
            <a:ext cx="987552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700" dirty="0">
                <a:solidFill>
                  <a:srgbClr val="5B9F6D"/>
                </a:solidFill>
                <a:latin typeface="+mj-lt"/>
              </a:rPr>
              <a:t>SELECT    </a:t>
            </a:r>
            <a:r>
              <a:rPr lang="en-US" altLang="en-US" sz="2700" dirty="0" err="1">
                <a:solidFill>
                  <a:srgbClr val="5B9F6D"/>
                </a:solidFill>
                <a:latin typeface="+mj-lt"/>
              </a:rPr>
              <a:t>d.available_mode</a:t>
            </a:r>
            <a:r>
              <a:rPr lang="en-US" altLang="en-US" sz="2700" dirty="0">
                <a:solidFill>
                  <a:srgbClr val="5B9F6D"/>
                </a:solidFill>
                <a:latin typeface="+mj-lt"/>
              </a:rPr>
              <a:t>,    SUM(</a:t>
            </a:r>
            <a:r>
              <a:rPr lang="en-US" altLang="en-US" sz="2700" dirty="0" err="1">
                <a:solidFill>
                  <a:srgbClr val="5B9F6D"/>
                </a:solidFill>
                <a:latin typeface="+mj-lt"/>
              </a:rPr>
              <a:t>c.fees</a:t>
            </a:r>
            <a:r>
              <a:rPr lang="en-US" altLang="en-US" sz="2700" dirty="0">
                <a:solidFill>
                  <a:srgbClr val="5B9F6D"/>
                </a:solidFill>
                <a:latin typeface="+mj-lt"/>
              </a:rPr>
              <a:t>) AS </a:t>
            </a:r>
            <a:r>
              <a:rPr lang="en-US" altLang="en-US" sz="2700" dirty="0" err="1">
                <a:solidFill>
                  <a:srgbClr val="5B9F6D"/>
                </a:solidFill>
                <a:latin typeface="+mj-lt"/>
              </a:rPr>
              <a:t>total_revenue</a:t>
            </a:r>
            <a:r>
              <a:rPr lang="en-US" altLang="en-US" sz="2700" dirty="0">
                <a:solidFill>
                  <a:srgbClr val="5B9F6D"/>
                </a:solidFill>
                <a:latin typeface="+mj-lt"/>
              </a:rPr>
              <a:t> FROM consultations c INNER JOIN doctors  d  ON </a:t>
            </a:r>
            <a:r>
              <a:rPr lang="en-US" altLang="en-US" sz="2700" dirty="0" err="1">
                <a:solidFill>
                  <a:srgbClr val="5B9F6D"/>
                </a:solidFill>
                <a:latin typeface="+mj-lt"/>
              </a:rPr>
              <a:t>c.doctor_id</a:t>
            </a:r>
            <a:r>
              <a:rPr lang="en-US" altLang="en-US" sz="2700" dirty="0">
                <a:solidFill>
                  <a:srgbClr val="5B9F6D"/>
                </a:solidFill>
                <a:latin typeface="+mj-lt"/>
              </a:rPr>
              <a:t> = </a:t>
            </a:r>
            <a:r>
              <a:rPr lang="en-US" altLang="en-US" sz="2700" dirty="0" err="1">
                <a:solidFill>
                  <a:srgbClr val="5B9F6D"/>
                </a:solidFill>
                <a:latin typeface="+mj-lt"/>
              </a:rPr>
              <a:t>d.doctor_id</a:t>
            </a:r>
            <a:r>
              <a:rPr lang="en-US" altLang="en-US" sz="2700" dirty="0">
                <a:solidFill>
                  <a:srgbClr val="5B9F6D"/>
                </a:solidFill>
                <a:latin typeface="+mj-lt"/>
              </a:rPr>
              <a:t> GROUP BY </a:t>
            </a:r>
            <a:r>
              <a:rPr lang="en-US" altLang="en-US" sz="2700" dirty="0" err="1">
                <a:solidFill>
                  <a:srgbClr val="5B9F6D"/>
                </a:solidFill>
                <a:latin typeface="+mj-lt"/>
              </a:rPr>
              <a:t>d.available_mode</a:t>
            </a:r>
            <a:r>
              <a:rPr lang="en-US" altLang="en-US" sz="2700" dirty="0">
                <a:solidFill>
                  <a:srgbClr val="5B9F6D"/>
                </a:solidFill>
                <a:latin typeface="+mj-lt"/>
              </a:rPr>
              <a:t>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CDBC9F-BBA5-5A99-78E2-685B84540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217" y="3497910"/>
            <a:ext cx="7125402" cy="170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3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748DF-0A4C-C07B-34B7-E6675BC5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FDBB3-AE1C-AB9C-F071-FD4941D8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353" y="796413"/>
            <a:ext cx="10299293" cy="118478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solidFill>
                  <a:srgbClr val="00898C"/>
                </a:solidFill>
              </a:rPr>
              <a:t>Conclusion</a:t>
            </a:r>
            <a:br>
              <a:rPr lang="en-US" sz="4000" dirty="0">
                <a:solidFill>
                  <a:srgbClr val="00898C"/>
                </a:solidFill>
              </a:rPr>
            </a:br>
            <a:endParaRPr lang="en-IN" sz="4000" dirty="0">
              <a:solidFill>
                <a:srgbClr val="00898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15C78-DC82-44D4-DC76-3A056AF9754C}"/>
              </a:ext>
            </a:extLst>
          </p:cNvPr>
          <p:cNvSpPr txBox="1"/>
          <p:nvPr/>
        </p:nvSpPr>
        <p:spPr>
          <a:xfrm>
            <a:off x="865239" y="1796363"/>
            <a:ext cx="107368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5B9F6D"/>
              </a:buClr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rgbClr val="5B9F6D"/>
                </a:solidFill>
              </a:rPr>
              <a:t>The </a:t>
            </a:r>
            <a:r>
              <a:rPr lang="en-IN" sz="2800" dirty="0" err="1">
                <a:solidFill>
                  <a:srgbClr val="5B9F6D"/>
                </a:solidFill>
              </a:rPr>
              <a:t>MediCare</a:t>
            </a:r>
            <a:r>
              <a:rPr lang="en-IN" sz="2800" dirty="0">
                <a:solidFill>
                  <a:srgbClr val="5B9F6D"/>
                </a:solidFill>
              </a:rPr>
              <a:t> App provides an efficient platform for online and offline doctor consultations.</a:t>
            </a:r>
          </a:p>
          <a:p>
            <a:pPr marL="457200" indent="-457200">
              <a:buClr>
                <a:srgbClr val="5B9F6D"/>
              </a:buClr>
              <a:buFont typeface="Wingdings" panose="05000000000000000000" pitchFamily="2" charset="2"/>
              <a:buChar char="q"/>
            </a:pPr>
            <a:endParaRPr lang="en-IN" sz="2800" dirty="0">
              <a:solidFill>
                <a:srgbClr val="5B9F6D"/>
              </a:solidFill>
            </a:endParaRPr>
          </a:p>
          <a:p>
            <a:pPr marL="457200" indent="-457200">
              <a:buClr>
                <a:srgbClr val="5B9F6D"/>
              </a:buClr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rgbClr val="5B9F6D"/>
                </a:solidFill>
              </a:rPr>
              <a:t>The relational database design ensures organized data storage and avoids redundancy. SQL queries help generate meaningful insights for decision-making and performance analysis.</a:t>
            </a:r>
          </a:p>
          <a:p>
            <a:pPr marL="457200" indent="-457200">
              <a:buClr>
                <a:srgbClr val="5B9F6D"/>
              </a:buClr>
              <a:buFont typeface="Wingdings" panose="05000000000000000000" pitchFamily="2" charset="2"/>
              <a:buChar char="q"/>
            </a:pPr>
            <a:endParaRPr lang="en-IN" sz="2800" dirty="0">
              <a:solidFill>
                <a:srgbClr val="5B9F6D"/>
              </a:solidFill>
            </a:endParaRPr>
          </a:p>
          <a:p>
            <a:pPr marL="457200" indent="-457200">
              <a:buClr>
                <a:srgbClr val="5B9F6D"/>
              </a:buClr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rgbClr val="5B9F6D"/>
                </a:solidFill>
              </a:rPr>
              <a:t>Overall, the system improves healthcare accessibility, efficiency, and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334021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4A3D-EF5A-8C11-8AD0-C407BB3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786" y="1602658"/>
            <a:ext cx="8718755" cy="4021394"/>
          </a:xfrm>
        </p:spPr>
        <p:txBody>
          <a:bodyPr>
            <a:normAutofit/>
          </a:bodyPr>
          <a:lstStyle/>
          <a:p>
            <a:pPr algn="ctr"/>
            <a:r>
              <a:rPr lang="en-IN" sz="16600" dirty="0">
                <a:solidFill>
                  <a:srgbClr val="5B9F6D"/>
                </a:solidFill>
                <a:latin typeface="Brush Script MT" panose="03060802040406070304" pitchFamily="66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400379024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653</TotalTime>
  <Words>428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Bahnschrift</vt:lpstr>
      <vt:lpstr>Baskerville Old Face</vt:lpstr>
      <vt:lpstr>Brush Script MT</vt:lpstr>
      <vt:lpstr>Corbel</vt:lpstr>
      <vt:lpstr>Wingdings</vt:lpstr>
      <vt:lpstr>Basis</vt:lpstr>
      <vt:lpstr>PowerPoint Presentation</vt:lpstr>
      <vt:lpstr>PowerPoint Presentation</vt:lpstr>
      <vt:lpstr>How does this System works?</vt:lpstr>
      <vt:lpstr>Problem Statement</vt:lpstr>
      <vt:lpstr>Retrieve consultation records where the consultation fee exceeds 1,000.</vt:lpstr>
      <vt:lpstr>Identify doctors who are exclusively available for online consultations. </vt:lpstr>
      <vt:lpstr>Retrieve the 10 most recent consultation records based on consultation date. </vt:lpstr>
      <vt:lpstr>Compare total revenue generated from online and offline consultations. </vt:lpstr>
      <vt:lpstr>Conclusion 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NANDITA SATKAR</dc:creator>
  <cp:lastModifiedBy>NANDITA SATKAR</cp:lastModifiedBy>
  <cp:revision>3</cp:revision>
  <dcterms:created xsi:type="dcterms:W3CDTF">2026-01-26T10:51:39Z</dcterms:created>
  <dcterms:modified xsi:type="dcterms:W3CDTF">2026-01-31T05:08:24Z</dcterms:modified>
</cp:coreProperties>
</file>